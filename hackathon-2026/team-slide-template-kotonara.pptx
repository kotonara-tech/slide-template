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accent6">
                <a:alpha val="45000"/>
              </a:schemeClr>
            </a:solidFill>
          </a:ln>
        </p:spPr>
        <p:txBody>
          <a:bodyPr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/>
            <a:fld id="{5D9C7C2E-6E44-4E4B-9C2E-7A1F0B3D5E11}" type="slidenum">
              <a:rPr lang="ja-JP" smtClean="0"/>
              <a:t>1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【発表 0.5分】表紙は30秒で抜ける。プロダクト名とキャッチコピーを言い切り、メンバーは名前と担当だけを一人ひとことで回す。ここで全員が一度声を出しておくと、審査項目のチームワークが冒頭で伝わる。機能の説明はまだ始めない。話し出す前に投影が会場全体に見えているかを確認し、最初の一声は一番後ろの席に届く声量で。話す担当と画面を操作する担当を分けているチームは、この時点で立ち位置を決め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1分】最初の30秒で「誰の、どんな課題か」を言い切る。ここが審査項目のテーマにのっとっているかを決める場所なので、抽象的な社会課題ではなく、実在する一人の困りごとから話す。現状のやり方と、そこで失われている時間やお金を具体的に出す。数字は並べず一つに絞る。まだ解決策の話はしない。課題に共感が生まれているほど、このあとのデモが効く。チームで課題の言い方が揃っているか、発表前に一度声に出して確認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1分】解決策はまず一文で言い切る。機能名ではなく、使う人の動詞で表すと伝わる。技術の話はここではしない。既存のやり方との違いを一つだけ挙げ、なぜ面白いのかという着眼点を添えると審査項目の面白さに効く。ここまでで累計2分半。前半が長引くとデモの時間を削ることになるので、言い切ったら潔く次へ進む。聞き手がここで頭に絵を描けていれば、デモは説明なしで伝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【デモ 2分】発表の山場で、2分をまるごとここに使う。実況は「今から何をするか」「何が起きたか」の二段で話し、沈黙を作らない。画面の文字は大きくし、通知やブックマークバーは隠しておく。審査項目の見た目はこの2分でほぼ決まる。動かないときに備えて、動いている画面の録画とスクリーンショットを手元のフォルダに必ず用意し、10秒待って復帰しなければ迷わず録画に切り替える。落ち着いて「録画でお見せします」と言えば減点にはならない。本番前に最低1回は通しで練習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1.5分】2日間で作った範囲を表で一望させる。全部は読み上げず、各行の要点だけを拾って話す。技術名を並べるだけでは伝わらないので、なぜそれを選んだかを一行ずつ添える。最後の行のやらないと決めた範囲は、実は評価される。限られた時間でスコープを切る判断ができたチームだと示せるからで、審査項目のスキル感につながる。使ったサービスの無料枠や制約に触れておくと、このあとの運用の話がつながり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1.5分】審査項目のスキル感に直接効くスライド。うまくいった自慢よりも、詰まった場所とその突破の仕方を話すほうが伝わる。技術の名前だけでなく、なぜ難しかったのかを一言で説明する。生成AIをどこに任せ、どこは人が判断したかを分けて語ると、道具を使いこなしている印象になる。初挑戦だった技術があれば必ず言う。2日間で新しいことに手を伸ばした事実そのものが評価対象になる。細部に潜りすぎないよう、話す項目は多くても三つに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1分】審査項目のチームワークに対応するスライド。表を読み上げるのではなく、各メンバーが自分の行を一言ずつ話すのが最も強い。全員が声を出したチームは印象に残る。役割は肩書きではなく、実際にやったことで書く。途中から合流したメンバーや、先に抜けたメンバーの貢献にも必ず触れる。詰まったときにどう助け合ったか、分担をどう組み替えたかというエピソードを一つ入れると具体性が出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1.5分】超実践ハッカソンの肝であり、審査員に最も質問されやすいパート。完璧な事業計画は要らないので、誰が運用し、人とお金がどう回るのかの仮説を言い切る。イベントが終わったあともこのプロダクトが続く姿を、一つのシーンで描く。次に作りたい機能は多く挙げず、直近の一つに絞る。最後に2日間のふりかえりをひとことで添える。ここは素直な感想でよく、無理にきれいにまとめ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【質疑 3分】ここから質疑応答が3分ある。質問はまず最後まで聞き、答える人をその場で指名して分担する。分からないことは分からないと言い、代わりに今どこまで確かめたかを話す。運用と収支、対象ユーザーの広さについて聞かれやすいので、前のスライドの答えを用意しておく。リポジトリと公開URLはこの画面に出したまま質疑に入り、聞いている人がその場でアクセスできるようにする。最後にもう一度お礼を言って締め、次のチームのために接続を速やかに交代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（タイト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nd"/>
          <p:cNvSpPr/>
          <p:nvPr/>
        </p:nvSpPr>
        <p:spPr>
          <a:xfrm>
            <a:off x="0" y="5897880"/>
            <a:ext cx="12192000" cy="960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761695" tIns="0" rIns="761695" bIns="0" anchor="ctr"/>
          <a:lstStyle/>
          <a:p>
            <a:pPr algn="l"/>
            <a:r>
              <a:rPr lang="ja-JP" sz="1500" b="1" spc="300" dirty="0">
                <a:solidFill>
                  <a:schemeClr val="bg1"/>
                </a:solidFill>
                <a:latin typeface="+mj-lt"/>
                <a:ea typeface="+mj-ea"/>
              </a:rPr>
              <a:t>ひらめきを、カタチに。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61695" y="1005840"/>
            <a:ext cx="10668610" cy="17373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6000"/>
              </a:lnSpc>
              <a:spcBef>
                <a:spcPts val="0"/>
              </a:spcBef>
              <a:buNone/>
              <a:defRPr sz="3400" b="1" kern="1200" spc="-3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6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2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Cover Accent Bar"/>
          <p:cNvSpPr/>
          <p:nvPr/>
        </p:nvSpPr>
        <p:spPr>
          <a:xfrm>
            <a:off x="761695" y="292608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61695" y="3127248"/>
            <a:ext cx="10668610" cy="640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7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6" name="Text Placeholder 3"/>
          <p:cNvSpPr>
            <a:spLocks noGrp="1"/>
          </p:cNvSpPr>
          <p:nvPr>
            <p:ph type="body" idx="2"/>
          </p:nvPr>
        </p:nvSpPr>
        <p:spPr>
          <a:xfrm>
            <a:off x="761695" y="3931920"/>
            <a:ext cx="10668610" cy="1783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7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表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r"/>
          <p:cNvSpPr/>
          <p:nvPr/>
        </p:nvSpPr>
        <p:spPr>
          <a:xfrm>
            <a:off x="761695" y="1828800"/>
            <a:ext cx="82296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54303" y="1828800"/>
            <a:ext cx="10376002" cy="9601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054303" y="2926080"/>
            <a:ext cx="10376002" cy="16459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クロージング（反転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1600200"/>
            <a:ext cx="10668610" cy="9144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Closing Rule"/>
          <p:cNvSpPr/>
          <p:nvPr/>
        </p:nvSpPr>
        <p:spPr>
          <a:xfrm>
            <a:off x="761695" y="2670048"/>
            <a:ext cx="100584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2926080"/>
            <a:ext cx="10668610" cy="237744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bg1">
                  <a:alpha val="70000"/>
                </a:schemeClr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/>
        </p:txBody>
      </p:sp>
      <p:sp>
        <p:nvSpPr>
          <p:cNvPr id="5" name="Closing Rule 2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345375" y="6172200"/>
            <a:ext cx="164592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fld id="{1D3C7C2E-6E44-4E4B-9C2E-7A1F0B3D5E12}" type="datetimeFigureOut">
              <a:rPr lang="ja-JP" smtClean="0"/>
              <a:t>2026/08/10</a:t>
            </a:fld>
            <a:endParaRPr lang="ja-JP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04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2000"/>
        </a:lnSpc>
        <a:spcBef>
          <a:spcPts val="900"/>
        </a:spcBef>
        <a:buClr>
          <a:schemeClr val="accent1"/>
        </a:buClr>
        <a:buSzPct val="78000"/>
        <a:buFont typeface="Arial" panose="020B0604020202020204" pitchFamily="34" charset="0"/>
        <a:buChar char="▪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2000"/>
        </a:lnSpc>
        <a:spcBef>
          <a:spcPts val="600"/>
        </a:spcBef>
        <a:buClr>
          <a:schemeClr val="accent6"/>
        </a:buClr>
        <a:buSzPct val="90000"/>
        <a:buFont typeface="Arial" panose="020B0604020202020204" pitchFamily="34" charset="0"/>
        <a:buChar char="–"/>
        <a:defRPr sz="1600" b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430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9431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3431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6pPr>
      <a:lvl7pPr marL="27432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7pPr>
      <a:lvl8pPr marL="31432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8pPr>
      <a:lvl9pPr marL="35433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{{プロダクト名}}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 lang="ja-JP" dirty="0">
                <a:latin typeface="+mn-lt"/>
                <a:ea typeface="+mn-ea"/>
                <a:cs typeface="+mn-cs"/>
              </a:rPr>
              <a:t>{{キャッチコピー（20字前後で何ができるか）}} ／ チーム{{チーム名または番号}}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{{発表者の名前}}（{{担当領域}}）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{{メンバーの名前}}（{{担当領域}}）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{{メンバーの名前}}（{{担当領域}}）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{{メンバーの名前}}（{{担当領域}}）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誰の、どんな課題か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最初の30秒で言い切る：{{誰の課題か（実在する一人）}}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今どうしているか：{{現状のやり方と困りごと}}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何が失われているか：{{時間・お金・気持ちの損失}}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なぜ「ことなら」の課題か：{{地域や暮らしとの接点}}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数字はひとつだけ：{{件数・時間・金額など}}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40D8A089-FDE1-42B5-92B3-D3C065A8F993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解決アイデア（ひとことで）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ひとことで：{{誰が何をできるようになるか}}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使う場面：{{利用シーンをひとつだけ}}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既存のやり方との違い：{{ここが新しい}}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面白いところ：{{着眼点や体験のひねり}}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39F7A8FA-FDC9-488F-9AD8-B61132AE6A6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デモ：実際にお見せします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これから2分、動くところをお見せします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見どころ：{{最初に映す画面と、その意味}}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操作の流れ：{{使う人がする操作をひとつ}}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結果：{{何が返ってくるか・どこが嬉しいか}}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保険：動かないときは録画とスクショで続けます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2EFCE54B-6231-45FB-B5F4-AFFD17C749CD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MVPの範囲と使った技術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1695" y="1828800"/>
          <a:ext cx="10668609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203"/>
                <a:gridCol w="3556203"/>
                <a:gridCol w="3556203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領域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使った技術・サービス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ポイント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{{領域1（例 画面）}}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{{使った技術}}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{{選んだ理由や工夫}}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{{領域2（例 サーバー）}}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{{使った技術}}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{{選んだ理由や工夫}}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{{領域3（例 AI・外部API）}}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{{使った技術}}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{{選んだ理由や工夫}}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{{今回やらないと決めた範囲}}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{{代わりの手当て}}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{{その判断の理由}}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CC381939-F1FF-4BD0-82A4-EEBB7124B4D6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技術的な工夫・チャレンジ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一番の難所：{{つまずいた技術的な壁}}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どう突破したか：{{採った解決策}}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生成AIの使いどころ：{{任せた作業と人がやった作業}}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初挑戦だった技術：{{2日間で新しく触ったもの}}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割り切ったこと：{{妥協点と代わりの手当て}}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17D72109-B860-4E8C-9464-6E170A2B61D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チームでの開発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1695" y="1828800"/>
          <a:ext cx="10668609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203"/>
                <a:gridCol w="3556203"/>
                <a:gridCol w="3556203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メンバー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主な役割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担当したこと・工夫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{{メンバー名1}}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{{主な役割}}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{{担当したことと持ち味}}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{{メンバー名2}}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{{主な役割}}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{{担当したことと持ち味}}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{{メンバー名3}}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{{主な役割}}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{{担当したことと持ち味}}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{{メンバー名4}}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{{主な役割}}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{{担当したことと持ち味}}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D3E8CF82-8448-4E9F-A0DD-A312A9819902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運用と今後の展望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誰が運用するか：{{運用の担い手}}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どう続けるか：{{更新の頻度・人手・お金の回り方}}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次に作るもの：{{直近で足したい機能ひとつ}}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広げ方：{{使ってほしい相手と届け方}}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2日間のふりかえり：{{チームからひとこと}}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E33455C0-2D4B-42B4-8F87-28CF250D9539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ご清聴ありがとうございました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ここから質疑応答です（3分程度）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リポジトリ：{{リポジトリURL}}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デモ環境：{{公開URLまたは動かし方}}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連絡先：{{チームの連絡先やSlackチャンネル}}</a:t>
            </a:r>
          </a:p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『ひらめきを、カタチに。』 ここからが「その先」です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F6E79F77-0F25-431E-A358-068D1C269CA7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1A832A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1A832A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{{プロダクト名}} — ことテク2026 2daysハッカソン 成果発表</dc:title>
  <dc:creator>ことテク2026 2daysハッカソン</dc:creator>
  <cp:lastModifiedBy>ことテク2026 2daysハッカソン</cp:lastModifiedBy>
  <cp:revision>1</cp:revision>
</cp:coreProperties>
</file>