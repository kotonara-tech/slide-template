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accent6">
                <a:alpha val="45000"/>
              </a:schemeClr>
            </a:solidFill>
          </a:ln>
        </p:spPr>
        <p:txBody>
          <a:bodyPr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/>
            <a:fld id="{5D9C7C2E-6E44-4E4B-9C2E-7A1F0B3D5E11}" type="slidenum">
              <a:rPr lang="ja-JP" smtClean="0"/>
              <a:t>1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紙（タイトル）レイアウト。下部の帯にキャッチコピー『ひらめきを、カタチに。』が入る（ロゴ入りの雛形では帯の左に白いロゴ）。フッターは空欄。［挿入］＞［ヘッダーとフッター］で文言を入れ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タイトルとコンテンツ レイアウト。ロゴ入りの雛形では右上に緑のロゴ。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表スライド レイアウト。表はネイティブの表オブジェクト。ヘッダー行はメインの緑。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セクション見出し レイアウト。左に縦の緑のバー。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クロージング（反転）レイアウト。背景がメインの緑で、ロゴは入らない。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（タイト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761695" tIns="0" rIns="761695" bIns="0" anchor="ctr"/>
          <a:lstStyle/>
          <a:p>
            <a:pPr algn="l"/>
            <a:r>
              <a:rPr lang="ja-JP" sz="1300" b="1" spc="300" dirty="0">
                <a:solidFill>
                  <a:schemeClr val="bg1"/>
                </a:solidFill>
                <a:latin typeface="+mj-lt"/>
                <a:ea typeface="+mj-ea"/>
              </a:rPr>
              <a:t>ひらめきを、カタチに。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61695" y="1005840"/>
            <a:ext cx="10668610" cy="17373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400" b="1" kern="1200" spc="-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6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2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Cover Accent Bar"/>
          <p:cNvSpPr/>
          <p:nvPr/>
        </p:nvSpPr>
        <p:spPr>
          <a:xfrm>
            <a:off x="761695" y="292608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61695" y="3127248"/>
            <a:ext cx="10668610" cy="640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6" name="Text Placeholder 3"/>
          <p:cNvSpPr>
            <a:spLocks noGrp="1"/>
          </p:cNvSpPr>
          <p:nvPr>
            <p:ph type="body" idx="2"/>
          </p:nvPr>
        </p:nvSpPr>
        <p:spPr>
          <a:xfrm>
            <a:off x="761695" y="3931920"/>
            <a:ext cx="10668610" cy="1783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7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表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r"/>
          <p:cNvSpPr/>
          <p:nvPr/>
        </p:nvSpPr>
        <p:spPr>
          <a:xfrm>
            <a:off x="761695" y="1828800"/>
            <a:ext cx="82296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54303" y="1828800"/>
            <a:ext cx="10376002" cy="9601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054303" y="2926080"/>
            <a:ext cx="10376002" cy="16459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クロージング（反転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1600200"/>
            <a:ext cx="10668610" cy="9144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Closing Rule"/>
          <p:cNvSpPr/>
          <p:nvPr/>
        </p:nvSpPr>
        <p:spPr>
          <a:xfrm>
            <a:off x="761695" y="2670048"/>
            <a:ext cx="100584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2926080"/>
            <a:ext cx="10668610" cy="237744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bg1">
                  <a:alpha val="70000"/>
                </a:schemeClr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/>
        </p:txBody>
      </p:sp>
      <p:sp>
        <p:nvSpPr>
          <p:cNvPr id="5" name="Closing Rule 2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345375" y="6172200"/>
            <a:ext cx="164592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fld id="{1D3C7C2E-6E44-4E4B-9C2E-7A1F0B3D5E12}" type="datetimeFigureOut">
              <a:rPr lang="ja-JP" smtClean="0"/>
              <a:t>2026/08/10</a:t>
            </a:fld>
            <a:endParaRPr lang="ja-JP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4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2000"/>
        </a:lnSpc>
        <a:spcBef>
          <a:spcPts val="900"/>
        </a:spcBef>
        <a:buClr>
          <a:schemeClr val="accent1"/>
        </a:buClr>
        <a:buSzPct val="78000"/>
        <a:buFont typeface="Arial" panose="020B0604020202020204" pitchFamily="34" charset="0"/>
        <a:buChar char="▪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2000"/>
        </a:lnSpc>
        <a:spcBef>
          <a:spcPts val="600"/>
        </a:spcBef>
        <a:buClr>
          <a:schemeClr val="accent6"/>
        </a:buClr>
        <a:buSzPct val="90000"/>
        <a:buFont typeface="Arial" panose="020B0604020202020204" pitchFamily="34" charset="0"/>
        <a:buChar char="–"/>
        <a:defRPr sz="1600" b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430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9431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3431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6pPr>
      <a:lvl7pPr marL="27432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7pPr>
      <a:lvl8pPr marL="31432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8pPr>
      <a:lvl9pPr marL="35433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資料タイトルをここに入力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lang="ja-JP" dirty="0">
                <a:latin typeface="+mn-lt"/>
                <a:ea typeface="+mn-ea"/>
                <a:cs typeface="+mn-cs"/>
              </a:rPr>
              <a:t>サブタイトル／開催日・場所など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このファイルは『ことなら』ブランドのテンプレートです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［ホーム］＞［新しいスライド］から5種類のレイアウトを選べます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配色・フォントは［デザイン］＞［バリエーション］で差し替えできます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タイトルとコンテンツ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本文は箇条書きで書きます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1枚に6項目まで、1項目40字前後までが目安です</a:t>
            </a:r>
          </a:p>
          <a:p>
            <a:pPr lvl="1"/>
            <a:r>
              <a:rPr sz="2000" lang="ja-JP" dirty="0">
                <a:latin typeface="+mn-lt"/>
                <a:ea typeface="+mn-ea"/>
                <a:cs typeface="+mn-cs"/>
              </a:rPr>
              <a:t>2段目の箇条書き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配色・フォントはテーマ、ロゴはレイアウトに入っています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FC0F7492-3E2B-41FE-BD82-144D8DB1173F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表スライド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1695" y="1828800"/>
          <a:ext cx="1066861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92541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太字・緑で表示されます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2列目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本文の色で表示されます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行数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ヘッダーを含めて5行前後が目安です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B5B48137-373E-479E-8BCC-B3379D0CC6A6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章の区切りに使います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75BE6246-BF0A-46E2-BFD5-3F82744F13AD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お問い合わせ先などを書きます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B2D2BB21-477E-497B-933D-51870B4B2DA8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ことならテック ブランドテンプレート（ロゴなし版1）</dc:title>
  <dc:creator>ことならテックプロジェクト</dc:creator>
  <cp:lastModifiedBy>ことならテックプロジェクト</cp:lastModifiedBy>
  <cp:revision>1</cp:revision>
</cp:coreProperties>
</file>