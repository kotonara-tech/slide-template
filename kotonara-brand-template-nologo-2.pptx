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schemeClr val="accent6">
                <a:alpha val="45000"/>
              </a:schemeClr>
            </a:solidFill>
          </a:ln>
        </p:spPr>
        <p:txBody>
          <a:bodyPr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/>
            <a:fld id="{5D9C7C2E-6E44-4E4B-9C2E-7A1F0B3D5E11}" type="slidenum">
              <a:rPr lang="ja-JP" smtClean="0"/>
              <a:t>1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表紙（タイトル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Band"/>
          <p:cNvSpPr/>
          <p:nvPr/>
        </p:nvSpPr>
        <p:spPr>
          <a:xfrm>
            <a:off x="0" y="5897880"/>
            <a:ext cx="12192000" cy="960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761695" tIns="0" rIns="761695" bIns="0" anchor="ctr"/>
          <a:lstStyle/>
          <a:p>
            <a:pPr algn="l"/>
            <a:r>
              <a:rPr lang="ja-JP" sz="1300" b="1" spc="300" dirty="0">
                <a:solidFill>
                  <a:schemeClr val="bg1"/>
                </a:solidFill>
                <a:latin typeface="+mj-lt"/>
                <a:ea typeface="+mj-ea"/>
              </a:rPr>
              <a:t>ひらめきを、カタチに。</a:t>
            </a: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761695" y="1005840"/>
            <a:ext cx="10668610" cy="17373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6000"/>
              </a:lnSpc>
              <a:spcBef>
                <a:spcPts val="0"/>
              </a:spcBef>
              <a:buNone/>
              <a:defRPr sz="3400" b="1" kern="1200" spc="-3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6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32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4" name="Cover Accent Bar"/>
          <p:cNvSpPr/>
          <p:nvPr/>
        </p:nvSpPr>
        <p:spPr>
          <a:xfrm>
            <a:off x="761695" y="292608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761695" y="3127248"/>
            <a:ext cx="10668610" cy="6400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7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5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  <p:sp>
        <p:nvSpPr>
          <p:cNvPr id="6" name="Text Placeholder 3"/>
          <p:cNvSpPr>
            <a:spLocks noGrp="1"/>
          </p:cNvSpPr>
          <p:nvPr>
            <p:ph type="body" idx="2"/>
          </p:nvPr>
        </p:nvSpPr>
        <p:spPr>
          <a:xfrm>
            <a:off x="761695" y="3931920"/>
            <a:ext cx="10668610" cy="17830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700"/>
              </a:spcBef>
              <a:buClr>
                <a:schemeClr val="accent1"/>
              </a:buClr>
              <a:buSzPct val="78000"/>
              <a:buFont typeface="Arial" panose="020B0604020202020204" pitchFamily="34" charset="0"/>
              <a:buChar char="▪"/>
              <a:defRPr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4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95" y="480060"/>
            <a:ext cx="10668610" cy="8229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000" b="1" kern="1200" spc="-2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28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3" name="Accent Bar"/>
          <p:cNvSpPr/>
          <p:nvPr/>
        </p:nvSpPr>
        <p:spPr>
          <a:xfrm>
            <a:off x="761695" y="140909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ntent Placeholder 2"/>
          <p:cNvSpPr>
            <a:spLocks noGrp="1"/>
          </p:cNvSpPr>
          <p:nvPr>
            <p:ph type="body" idx="1"/>
          </p:nvPr>
        </p:nvSpPr>
        <p:spPr>
          <a:xfrm>
            <a:off x="761695" y="1691640"/>
            <a:ext cx="10668610" cy="41148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900"/>
              </a:spcBef>
              <a:buClr>
                <a:schemeClr val="accent1"/>
              </a:buClr>
              <a:buSzPct val="78000"/>
              <a:buFont typeface="Arial" panose="020B0604020202020204" pitchFamily="34" charset="0"/>
              <a:buChar char="▪"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6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  <p:sp>
        <p:nvSpPr>
          <p:cNvPr id="5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表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95" y="480060"/>
            <a:ext cx="10668610" cy="8229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000" b="1" kern="1200" spc="-2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28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3" name="Accent Bar"/>
          <p:cNvSpPr/>
          <p:nvPr/>
        </p:nvSpPr>
        <p:spPr>
          <a:xfrm>
            <a:off x="761695" y="140909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r"/>
          <p:cNvSpPr/>
          <p:nvPr/>
        </p:nvSpPr>
        <p:spPr>
          <a:xfrm>
            <a:off x="761695" y="1828800"/>
            <a:ext cx="82296" cy="274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054303" y="1828800"/>
            <a:ext cx="10376002" cy="96012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200" b="1" kern="1200" spc="-2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30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1054303" y="2926080"/>
            <a:ext cx="10376002" cy="164592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900"/>
              </a:spcBef>
              <a:buClr>
                <a:schemeClr val="accent1"/>
              </a:buClr>
              <a:buSzPct val="78000"/>
              <a:buFont typeface="Arial" panose="020B0604020202020204" pitchFamily="34" charset="0"/>
              <a:buChar char="▪"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6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  <p:sp>
        <p:nvSpPr>
          <p:cNvPr id="5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クロージング（反転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95" y="1600200"/>
            <a:ext cx="10668610" cy="91440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200" b="1" kern="1200" spc="-2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30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3" name="Closing Rule"/>
          <p:cNvSpPr/>
          <p:nvPr/>
        </p:nvSpPr>
        <p:spPr>
          <a:xfrm>
            <a:off x="761695" y="2670048"/>
            <a:ext cx="100584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761695" y="2926080"/>
            <a:ext cx="10668610" cy="237744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900"/>
              </a:spcBef>
              <a:buClr>
                <a:schemeClr val="bg1">
                  <a:alpha val="70000"/>
                </a:schemeClr>
              </a:buClr>
              <a:buSzPct val="78000"/>
              <a:buFont typeface="Arial" panose="020B0604020202020204" pitchFamily="34" charset="0"/>
              <a:buChar char="▪"/>
              <a:defRPr sz="1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/>
        </p:txBody>
      </p:sp>
      <p:sp>
        <p:nvSpPr>
          <p:cNvPr id="5" name="Closing Rule 2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bg1">
              <a:alpha val="3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19</a:t>
            </a:fld>
            <a:endParaRPr lang="ja-JP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1695" y="480060"/>
            <a:ext cx="10668610" cy="8229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p/>
        </p:txBody>
      </p:sp>
      <p:sp>
        <p:nvSpPr>
          <p:cNvPr id="3" name="Accent Bar"/>
          <p:cNvSpPr/>
          <p:nvPr/>
        </p:nvSpPr>
        <p:spPr>
          <a:xfrm>
            <a:off x="761695" y="140909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761695" y="1691640"/>
            <a:ext cx="10668610" cy="4114800"/>
          </a:xfrm>
          <a:prstGeom prst="rect">
            <a:avLst/>
          </a:prstGeom>
        </p:spPr>
        <p:txBody>
          <a:bodyPr vert="horz" lIns="0" tIns="0" rIns="0" bIns="0">
            <a:normAutofit/>
          </a:bodyPr>
          <a:p/>
        </p:txBody>
      </p:sp>
      <p:sp>
        <p:nvSpPr>
          <p:cNvPr id="5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7345375" y="6172200"/>
            <a:ext cx="164592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fld id="{1D3C7C2E-6E44-4E4B-9C2E-7A1F0B3D5E12}" type="datetimeFigureOut">
              <a:rPr lang="ja-JP" smtClean="0"/>
              <a:t>2026/08/10</a:t>
            </a:fld>
            <a:endParaRPr lang="ja-JP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>ことテク2026 2daysハッカソン</a:t>
            </a:r>
            <a:endParaRPr lang="ja-JP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04000"/>
        </a:lnSpc>
        <a:spcBef>
          <a:spcPct val="0"/>
        </a:spcBef>
        <a:buNone/>
        <a:defRPr sz="3000" b="1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12000"/>
        </a:lnSpc>
        <a:spcBef>
          <a:spcPts val="900"/>
        </a:spcBef>
        <a:buClr>
          <a:schemeClr val="accent1"/>
        </a:buClr>
        <a:buSzPct val="78000"/>
        <a:buFont typeface="Arial" panose="020B0604020202020204" pitchFamily="34" charset="0"/>
        <a:buChar char="▪"/>
        <a:defRPr sz="18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12000"/>
        </a:lnSpc>
        <a:spcBef>
          <a:spcPts val="600"/>
        </a:spcBef>
        <a:buClr>
          <a:schemeClr val="accent6"/>
        </a:buClr>
        <a:buSzPct val="90000"/>
        <a:buFont typeface="Arial" panose="020B0604020202020204" pitchFamily="34" charset="0"/>
        <a:buChar char="–"/>
        <a:defRPr sz="1600" b="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54305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4pPr>
      <a:lvl5pPr marL="19431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34315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6pPr>
      <a:lvl7pPr marL="27432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7pPr>
      <a:lvl8pPr marL="314325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8pPr>
      <a:lvl9pPr marL="35433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資料タイトルをここに入力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700" lang="ja-JP" dirty="0">
                <a:latin typeface="+mn-lt"/>
                <a:ea typeface="+mn-ea"/>
                <a:cs typeface="+mn-cs"/>
              </a:rPr>
              <a:t>サブタイトル／開催日・場所など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sz="1600" lang="ja-JP" dirty="0">
                <a:latin typeface="+mn-lt"/>
                <a:ea typeface="+mn-ea"/>
                <a:cs typeface="+mn-cs"/>
              </a:rPr>
              <a:t>このファイルは『ことなら』ブランドのテンプレートです</a:t>
            </a:r>
          </a:p>
          <a:p>
            <a:pPr/>
            <a:r>
              <a:rPr sz="1600" lang="ja-JP" dirty="0">
                <a:latin typeface="+mn-lt"/>
                <a:ea typeface="+mn-ea"/>
                <a:cs typeface="+mn-cs"/>
              </a:rPr>
              <a:t>［ホーム］＞［新しいスライド］から5種類のレイアウトを選べます</a:t>
            </a:r>
          </a:p>
          <a:p>
            <a:pPr/>
            <a:r>
              <a:rPr sz="1600" lang="ja-JP" dirty="0">
                <a:latin typeface="+mn-lt"/>
                <a:ea typeface="+mn-ea"/>
                <a:cs typeface="+mn-cs"/>
              </a:rPr>
              <a:t>配色・フォントは［デザイン］＞［バリエーション］で差し替えできます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tonara">
  <a:themeElements>
    <a:clrScheme name="Kotonara">
      <a:dk1>
        <a:srgbClr val="222222"/>
      </a:dk1>
      <a:lt1>
        <a:srgbClr val="FFFFFF"/>
      </a:lt1>
      <a:dk2>
        <a:srgbClr val="333333"/>
      </a:dk2>
      <a:lt2>
        <a:srgbClr val="EADECC"/>
      </a:lt2>
      <a:accent1>
        <a:srgbClr val="1A832A"/>
      </a:accent1>
      <a:accent2>
        <a:srgbClr val="4169E1"/>
      </a:accent2>
      <a:accent3>
        <a:srgbClr val="337AB7"/>
      </a:accent3>
      <a:accent4>
        <a:srgbClr val="CCCC33"/>
      </a:accent4>
      <a:accent5>
        <a:srgbClr val="EADECC"/>
      </a:accent5>
      <a:accent6>
        <a:srgbClr val="666666"/>
      </a:accent6>
      <a:hlink>
        <a:srgbClr val="4169E1"/>
      </a:hlink>
      <a:folHlink>
        <a:srgbClr val="337AB7"/>
      </a:folHlink>
    </a:clrScheme>
    <a:fontScheme name="Kotonara">
      <a:majorFont>
        <a:latin typeface="Bahnschrift" panose="020B0502040204020203"/>
        <a:ea typeface="游ゴシック"/>
        <a:cs typeface=""/>
        <a:font script="Jpan" typeface="游ゴシック"/>
      </a:majorFont>
      <a:minorFont>
        <a:latin typeface="Segoe UI" panose="020B0502040204020203"/>
        <a:ea typeface="游ゴシック"/>
        <a:cs typeface=""/>
        <a:font script="Jpan" typeface="游ゴシック"/>
      </a:minorFont>
    </a:fontScheme>
    <a:fmtScheme name="Kotonara">
      <a:fillStyleLst>
        <a:solidFill>
          <a:schemeClr val="phClr"/>
        </a:solidFill>
        <a:solidFill>
          <a:schemeClr val="phClr">
            <a:tint val="88000"/>
          </a:schemeClr>
        </a:solidFill>
        <a:solidFill>
          <a:schemeClr val="phClr">
            <a:shade val="92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587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19050" dir="5400000" algn="ctr" rotWithShape="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6000"/>
          </a:schemeClr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tonara">
  <a:themeElements>
    <a:clrScheme name="Kotonara">
      <a:dk1>
        <a:srgbClr val="222222"/>
      </a:dk1>
      <a:lt1>
        <a:srgbClr val="FFFFFF"/>
      </a:lt1>
      <a:dk2>
        <a:srgbClr val="333333"/>
      </a:dk2>
      <a:lt2>
        <a:srgbClr val="EADECC"/>
      </a:lt2>
      <a:accent1>
        <a:srgbClr val="1A832A"/>
      </a:accent1>
      <a:accent2>
        <a:srgbClr val="4169E1"/>
      </a:accent2>
      <a:accent3>
        <a:srgbClr val="337AB7"/>
      </a:accent3>
      <a:accent4>
        <a:srgbClr val="CCCC33"/>
      </a:accent4>
      <a:accent5>
        <a:srgbClr val="EADECC"/>
      </a:accent5>
      <a:accent6>
        <a:srgbClr val="666666"/>
      </a:accent6>
      <a:hlink>
        <a:srgbClr val="4169E1"/>
      </a:hlink>
      <a:folHlink>
        <a:srgbClr val="337AB7"/>
      </a:folHlink>
    </a:clrScheme>
    <a:fontScheme name="Kotonara">
      <a:majorFont>
        <a:latin typeface="Bahnschrift" panose="020B0502040204020203"/>
        <a:ea typeface="游ゴシック"/>
        <a:cs typeface=""/>
        <a:font script="Jpan" typeface="游ゴシック"/>
      </a:majorFont>
      <a:minorFont>
        <a:latin typeface="Segoe UI" panose="020B0502040204020203"/>
        <a:ea typeface="游ゴシック"/>
        <a:cs typeface=""/>
        <a:font script="Jpan" typeface="游ゴシック"/>
      </a:minorFont>
    </a:fontScheme>
    <a:fmtScheme name="Kotonara">
      <a:fillStyleLst>
        <a:solidFill>
          <a:schemeClr val="phClr"/>
        </a:solidFill>
        <a:solidFill>
          <a:schemeClr val="phClr">
            <a:tint val="88000"/>
          </a:schemeClr>
        </a:solidFill>
        <a:solidFill>
          <a:schemeClr val="phClr">
            <a:shade val="92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587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19050" dir="5400000" algn="ctr" rotWithShape="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6000"/>
          </a:schemeClr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ことならテック ブランドテンプレート</dc:title>
  <dc:creator>ことならテックプロジェクト</dc:creator>
  <cp:lastModifiedBy>ことならテックプロジェクト</cp:lastModifiedBy>
  <cp:revision>1</cp:revision>
</cp:coreProperties>
</file>