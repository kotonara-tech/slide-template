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kotonara-logo-white.svg" ContentType="image/svg+xml"/>
  <Override PartName="/ppt/media/kotonara-logo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7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b="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/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schemeClr val="accent6">
                <a:alpha val="45000"/>
              </a:schemeClr>
            </a:solidFill>
          </a:ln>
        </p:spPr>
        <p:txBody>
          <a:bodyPr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r"/>
            <a:fld id="{5D9C7C2E-6E44-4E4B-9C2E-7A1F0B3D5E11}" type="slidenum">
              <a:rPr lang="ja-JP" smtClean="0"/>
              <a:t>1</a:t>
            </a:fld>
            <a:endParaRPr 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lnSpc>
        <a:spcPct val="118000"/>
      </a:lnSpc>
      <a:spcBef>
        <a:spcPts val="400"/>
      </a:spcBef>
      <a:buNone/>
      <a:defRPr sz="1200" b="0" kern="1200">
        <a:solidFill>
          <a:schemeClr val="tx2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sz="1200" lang="ja-JP" dirty="0">
                <a:latin typeface="+mn-lt"/>
                <a:ea typeface="+mn-ea"/>
                <a:cs typeface="+mn-cs"/>
              </a:rPr>
              <a:t>表紙（タイトル）レイアウト。下部の帯にキャッチコピー『ひらめきを、カタチに。』が入る（ロゴ入りの雛形では帯の左に白いロゴ）。フッターは空欄。［挿入］＞［ヘッダーとフッター］で文言を入れら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sz="1200" lang="ja-JP" dirty="0">
                <a:latin typeface="+mn-lt"/>
                <a:ea typeface="+mn-ea"/>
                <a:cs typeface="+mn-cs"/>
              </a:rPr>
              <a:t>タイトルとコンテンツ レイアウト。ロゴ入りの雛形では右上に緑のロゴ。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sz="1200" lang="ja-JP" dirty="0">
                <a:latin typeface="+mn-lt"/>
                <a:ea typeface="+mn-ea"/>
                <a:cs typeface="+mn-cs"/>
              </a:rPr>
              <a:t>表スライド レイアウト。表はネイティブの表オブジェクト。ヘッダー行はメインの緑。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sz="1200" lang="ja-JP" dirty="0">
                <a:latin typeface="+mn-lt"/>
                <a:ea typeface="+mn-ea"/>
                <a:cs typeface="+mn-cs"/>
              </a:rPr>
              <a:t>セクション見出し レイアウト。左に縦の緑のバー。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sz="1200" lang="ja-JP" dirty="0">
                <a:latin typeface="+mn-lt"/>
                <a:ea typeface="+mn-ea"/>
                <a:cs typeface="+mn-cs"/>
              </a:rPr>
              <a:t>クロージング（反転）レイアウト。背景がメインの緑で、ロゴは入らない。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kotonara-logo-white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kotonara-logo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kotonara-logo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kotonara-logo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表紙（タイトル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Band"/>
          <p:cNvSpPr/>
          <p:nvPr/>
        </p:nvSpPr>
        <p:spPr>
          <a:xfrm>
            <a:off x="0" y="5897880"/>
            <a:ext cx="12192000" cy="9601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2557751" tIns="0" rIns="761695" bIns="182423" anchor="b"/>
          <a:lstStyle/>
          <a:p>
            <a:pPr algn="l"/>
            <a:r>
              <a:rPr lang="ja-JP" sz="1300" b="1" spc="300" dirty="0">
                <a:solidFill>
                  <a:schemeClr val="bg1"/>
                </a:solidFill>
                <a:latin typeface="+mj-lt"/>
                <a:ea typeface="+mj-ea"/>
              </a:rPr>
              <a:t>ひらめきを、カタチに。</a:t>
            </a:r>
          </a:p>
        </p:txBody>
      </p:sp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761695" y="1005840"/>
            <a:ext cx="10668610" cy="173736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0" indent="0" algn="l">
              <a:lnSpc>
                <a:spcPct val="106000"/>
              </a:lnSpc>
              <a:spcBef>
                <a:spcPts val="0"/>
              </a:spcBef>
              <a:buNone/>
              <a:defRPr sz="3400" b="1" kern="1200" spc="-3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00050" indent="-285750" algn="l">
              <a:lnSpc>
                <a:spcPct val="106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3200" b="0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2pPr>
          </a:lstStyle>
          <a:p/>
        </p:txBody>
      </p:sp>
      <p:sp>
        <p:nvSpPr>
          <p:cNvPr id="4" name="Cover Accent Bar"/>
          <p:cNvSpPr/>
          <p:nvPr/>
        </p:nvSpPr>
        <p:spPr>
          <a:xfrm>
            <a:off x="761695" y="2926080"/>
            <a:ext cx="100584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761695" y="3127248"/>
            <a:ext cx="10668610" cy="64008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7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5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/>
        </p:txBody>
      </p:sp>
      <p:sp>
        <p:nvSpPr>
          <p:cNvPr id="6" name="Text Placeholder 3"/>
          <p:cNvSpPr>
            <a:spLocks noGrp="1"/>
          </p:cNvSpPr>
          <p:nvPr>
            <p:ph type="body" idx="2"/>
          </p:nvPr>
        </p:nvSpPr>
        <p:spPr>
          <a:xfrm>
            <a:off x="761695" y="3931920"/>
            <a:ext cx="10668610" cy="178308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342900" indent="-342900" algn="l">
              <a:lnSpc>
                <a:spcPct val="112000"/>
              </a:lnSpc>
              <a:spcBef>
                <a:spcPts val="700"/>
              </a:spcBef>
              <a:buClr>
                <a:schemeClr val="accent1"/>
              </a:buClr>
              <a:buSzPct val="78000"/>
              <a:buFont typeface="Arial" panose="020B0604020202020204" pitchFamily="34" charset="0"/>
              <a:buChar char="▪"/>
              <a:defRPr sz="16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4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/>
        </p:txBody>
      </p:sp>
      <p:pic>
        <p:nvPicPr>
          <p:cNvPr id="7" name="ことテク ロゴ" descr="ことテク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1695" y="6080303"/>
            <a:ext cx="1686328" cy="5952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695" y="480060"/>
            <a:ext cx="10668610" cy="82296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3000" b="1" kern="1200" spc="-2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00050" indent="-285750" algn="l">
              <a:lnSpc>
                <a:spcPct val="104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2800" b="0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2pPr>
          </a:lstStyle>
          <a:p/>
        </p:txBody>
      </p:sp>
      <p:sp>
        <p:nvSpPr>
          <p:cNvPr id="3" name="Accent Bar"/>
          <p:cNvSpPr/>
          <p:nvPr/>
        </p:nvSpPr>
        <p:spPr>
          <a:xfrm>
            <a:off x="761695" y="1409090"/>
            <a:ext cx="100584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ontent Placeholder 2"/>
          <p:cNvSpPr>
            <a:spLocks noGrp="1"/>
          </p:cNvSpPr>
          <p:nvPr>
            <p:ph type="body" idx="1"/>
          </p:nvPr>
        </p:nvSpPr>
        <p:spPr>
          <a:xfrm>
            <a:off x="761695" y="1691640"/>
            <a:ext cx="10668610" cy="41148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342900" indent="-342900" algn="l">
              <a:lnSpc>
                <a:spcPct val="112000"/>
              </a:lnSpc>
              <a:spcBef>
                <a:spcPts val="900"/>
              </a:spcBef>
              <a:buClr>
                <a:schemeClr val="accent1"/>
              </a:buClr>
              <a:buSzPct val="78000"/>
              <a:buFont typeface="Arial" panose="020B0604020202020204" pitchFamily="34" charset="0"/>
              <a:buChar char="▪"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6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/>
        </p:txBody>
      </p:sp>
      <p:sp>
        <p:nvSpPr>
          <p:cNvPr id="5" name="Footer Rule"/>
          <p:cNvSpPr/>
          <p:nvPr/>
        </p:nvSpPr>
        <p:spPr>
          <a:xfrm>
            <a:off x="761695" y="6126480"/>
            <a:ext cx="10668610" cy="9525"/>
          </a:xfrm>
          <a:prstGeom prst="rect">
            <a:avLst/>
          </a:prstGeom>
          <a:solidFill>
            <a:schemeClr val="accent6">
              <a:alpha val="25000"/>
            </a:scheme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/>
            </a:r>
            <a:endParaRPr lang="ja-JP"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5D9C7C2E-6E44-4E4B-9C2E-7A1F0B3D5E11}" type="slidenum">
              <a:rPr lang="ja-JP" smtClean="0"/>
              <a:t>2</a:t>
            </a:fld>
            <a:endParaRPr lang="ja-JP" dirty="0"/>
          </a:p>
        </p:txBody>
      </p:sp>
      <p:pic>
        <p:nvPicPr>
          <p:cNvPr id="8" name="ことテク ロゴ" descr="ことテク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35121" y="365760"/>
            <a:ext cx="1295184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表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695" y="480060"/>
            <a:ext cx="10668610" cy="82296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3000" b="1" kern="1200" spc="-2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00050" indent="-285750" algn="l">
              <a:lnSpc>
                <a:spcPct val="104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2800" b="0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2pPr>
          </a:lstStyle>
          <a:p/>
        </p:txBody>
      </p:sp>
      <p:sp>
        <p:nvSpPr>
          <p:cNvPr id="3" name="Accent Bar"/>
          <p:cNvSpPr/>
          <p:nvPr/>
        </p:nvSpPr>
        <p:spPr>
          <a:xfrm>
            <a:off x="761695" y="1409090"/>
            <a:ext cx="100584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Footer Rule"/>
          <p:cNvSpPr/>
          <p:nvPr/>
        </p:nvSpPr>
        <p:spPr>
          <a:xfrm>
            <a:off x="761695" y="6126480"/>
            <a:ext cx="10668610" cy="9525"/>
          </a:xfrm>
          <a:prstGeom prst="rect">
            <a:avLst/>
          </a:prstGeom>
          <a:solidFill>
            <a:schemeClr val="accent6">
              <a:alpha val="25000"/>
            </a:scheme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/>
            </a:r>
            <a:endParaRPr lang="ja-JP" dirty="0"/>
          </a:p>
        </p:txBody>
      </p:sp>
      <p:sp>
        <p:nvSpPr>
          <p:cNvPr id="6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5D9C7C2E-6E44-4E4B-9C2E-7A1F0B3D5E11}" type="slidenum">
              <a:rPr lang="ja-JP" smtClean="0"/>
              <a:t>2</a:t>
            </a:fld>
            <a:endParaRPr lang="ja-JP" dirty="0"/>
          </a:p>
        </p:txBody>
      </p:sp>
      <p:pic>
        <p:nvPicPr>
          <p:cNvPr id="7" name="ことテク ロゴ" descr="ことテク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35121" y="365760"/>
            <a:ext cx="1295184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Bar"/>
          <p:cNvSpPr/>
          <p:nvPr/>
        </p:nvSpPr>
        <p:spPr>
          <a:xfrm>
            <a:off x="761695" y="1828800"/>
            <a:ext cx="82296" cy="274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1054303" y="1828800"/>
            <a:ext cx="10376002" cy="96012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3200" b="1" kern="1200" spc="-2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00050" indent="-285750" algn="l">
              <a:lnSpc>
                <a:spcPct val="104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3000" b="0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2pPr>
          </a:lstStyle>
          <a:p/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1054303" y="2926080"/>
            <a:ext cx="10376002" cy="164592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342900" indent="-342900" algn="l">
              <a:lnSpc>
                <a:spcPct val="112000"/>
              </a:lnSpc>
              <a:spcBef>
                <a:spcPts val="900"/>
              </a:spcBef>
              <a:buClr>
                <a:schemeClr val="accent1"/>
              </a:buClr>
              <a:buSzPct val="78000"/>
              <a:buFont typeface="Arial" panose="020B0604020202020204" pitchFamily="34" charset="0"/>
              <a:buChar char="▪"/>
              <a:defRPr sz="1800" b="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6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/>
        </p:txBody>
      </p:sp>
      <p:sp>
        <p:nvSpPr>
          <p:cNvPr id="5" name="Footer Rule"/>
          <p:cNvSpPr/>
          <p:nvPr/>
        </p:nvSpPr>
        <p:spPr>
          <a:xfrm>
            <a:off x="761695" y="6126480"/>
            <a:ext cx="10668610" cy="9525"/>
          </a:xfrm>
          <a:prstGeom prst="rect">
            <a:avLst/>
          </a:prstGeom>
          <a:solidFill>
            <a:schemeClr val="accent6">
              <a:alpha val="25000"/>
            </a:scheme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/>
            </a:r>
            <a:endParaRPr lang="ja-JP"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5D9C7C2E-6E44-4E4B-9C2E-7A1F0B3D5E11}" type="slidenum">
              <a:rPr lang="ja-JP" smtClean="0"/>
              <a:t>2</a:t>
            </a:fld>
            <a:endParaRPr lang="ja-JP" dirty="0"/>
          </a:p>
        </p:txBody>
      </p:sp>
      <p:pic>
        <p:nvPicPr>
          <p:cNvPr id="8" name="ことテク ロゴ" descr="ことテク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35121" y="365760"/>
            <a:ext cx="1295184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クロージング（反転）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695" y="1600200"/>
            <a:ext cx="10668610" cy="91440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3200" b="1" kern="1200" spc="-2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00050" indent="-285750" algn="l">
              <a:lnSpc>
                <a:spcPct val="104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3000" b="0" kern="120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2pPr>
          </a:lstStyle>
          <a:p/>
        </p:txBody>
      </p:sp>
      <p:sp>
        <p:nvSpPr>
          <p:cNvPr id="3" name="Closing Rule"/>
          <p:cNvSpPr/>
          <p:nvPr/>
        </p:nvSpPr>
        <p:spPr>
          <a:xfrm>
            <a:off x="761695" y="2670048"/>
            <a:ext cx="1005840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761695" y="2926080"/>
            <a:ext cx="10668610" cy="237744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342900" indent="-342900" algn="l">
              <a:lnSpc>
                <a:spcPct val="112000"/>
              </a:lnSpc>
              <a:spcBef>
                <a:spcPts val="900"/>
              </a:spcBef>
              <a:buClr>
                <a:schemeClr val="bg1">
                  <a:alpha val="70000"/>
                </a:schemeClr>
              </a:buClr>
              <a:buSzPct val="78000"/>
              <a:buFont typeface="Arial" panose="020B0604020202020204" pitchFamily="34" charset="0"/>
              <a:buChar char="▪"/>
              <a:defRPr sz="18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/>
        </p:txBody>
      </p:sp>
      <p:sp>
        <p:nvSpPr>
          <p:cNvPr id="5" name="Closing Rule 2"/>
          <p:cNvSpPr/>
          <p:nvPr/>
        </p:nvSpPr>
        <p:spPr>
          <a:xfrm>
            <a:off x="761695" y="6126480"/>
            <a:ext cx="10668610" cy="9525"/>
          </a:xfrm>
          <a:prstGeom prst="rect">
            <a:avLst/>
          </a:prstGeom>
          <a:solidFill>
            <a:schemeClr val="bg1">
              <a:alpha val="35000"/>
            </a:scheme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/>
            </a:r>
            <a:endParaRPr lang="ja-JP"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5D9C7C2E-6E44-4E4B-9C2E-7A1F0B3D5E11}" type="slidenum">
              <a:rPr lang="ja-JP" smtClean="0"/>
              <a:t>19</a:t>
            </a:fld>
            <a:endParaRPr lang="ja-JP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1695" y="480060"/>
            <a:ext cx="10668610" cy="82296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p/>
        </p:txBody>
      </p:sp>
      <p:sp>
        <p:nvSpPr>
          <p:cNvPr id="3" name="Accent Bar"/>
          <p:cNvSpPr/>
          <p:nvPr/>
        </p:nvSpPr>
        <p:spPr>
          <a:xfrm>
            <a:off x="761695" y="1409090"/>
            <a:ext cx="100584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761695" y="1691640"/>
            <a:ext cx="10668610" cy="4114800"/>
          </a:xfrm>
          <a:prstGeom prst="rect">
            <a:avLst/>
          </a:prstGeom>
        </p:spPr>
        <p:txBody>
          <a:bodyPr vert="horz" lIns="0" tIns="0" rIns="0" bIns="0">
            <a:normAutofit/>
          </a:bodyPr>
          <a:p/>
        </p:txBody>
      </p:sp>
      <p:sp>
        <p:nvSpPr>
          <p:cNvPr id="5" name="Footer Rule"/>
          <p:cNvSpPr/>
          <p:nvPr/>
        </p:nvSpPr>
        <p:spPr>
          <a:xfrm>
            <a:off x="761695" y="6126480"/>
            <a:ext cx="10668610" cy="9525"/>
          </a:xfrm>
          <a:prstGeom prst="rect">
            <a:avLst/>
          </a:prstGeom>
          <a:solidFill>
            <a:schemeClr val="accent6">
              <a:alpha val="25000"/>
            </a:scheme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7345375" y="6172200"/>
            <a:ext cx="164592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fld id="{1D3C7C2E-6E44-4E4B-9C2E-7A1F0B3D5E12}" type="datetimeFigureOut">
              <a:rPr lang="ja-JP" smtClean="0"/>
              <a:t>2026/08/10</a:t>
            </a:fld>
            <a:endParaRPr lang="ja-JP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/>
            </a:r>
            <a:endParaRPr lang="ja-JP" dirty="0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5D9C7C2E-6E44-4E4B-9C2E-7A1F0B3D5E11}" type="slidenum">
              <a:rPr lang="ja-JP" smtClean="0"/>
              <a:t>2</a:t>
            </a:fld>
            <a:endParaRPr lang="ja-JP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04000"/>
        </a:lnSpc>
        <a:spcBef>
          <a:spcPct val="0"/>
        </a:spcBef>
        <a:buNone/>
        <a:defRPr sz="3000" b="1" kern="1200" spc="-2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112000"/>
        </a:lnSpc>
        <a:spcBef>
          <a:spcPts val="900"/>
        </a:spcBef>
        <a:buClr>
          <a:schemeClr val="accent1"/>
        </a:buClr>
        <a:buSzPct val="78000"/>
        <a:buFont typeface="Arial" panose="020B0604020202020204" pitchFamily="34" charset="0"/>
        <a:buChar char="▪"/>
        <a:defRPr sz="1800" b="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12000"/>
        </a:lnSpc>
        <a:spcBef>
          <a:spcPts val="600"/>
        </a:spcBef>
        <a:buClr>
          <a:schemeClr val="accent6"/>
        </a:buClr>
        <a:buSzPct val="90000"/>
        <a:buFont typeface="Arial" panose="020B0604020202020204" pitchFamily="34" charset="0"/>
        <a:buChar char="–"/>
        <a:defRPr sz="1600" b="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85750" algn="l" defTabSz="914400" rtl="0" eaLnBrk="1" latinLnBrk="0" hangingPunct="1">
        <a:spcBef>
          <a:spcPts val="500"/>
        </a:spcBef>
        <a:buClr>
          <a:schemeClr val="accent6"/>
        </a:buClr>
        <a:buFont typeface="Arial" pitchFamily="34" charset="0"/>
        <a:buChar char="·"/>
        <a:defRPr sz="1400" b="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543050" indent="-285750" algn="l" defTabSz="914400" rtl="0" eaLnBrk="1" latinLnBrk="0" hangingPunct="1">
        <a:spcBef>
          <a:spcPts val="500"/>
        </a:spcBef>
        <a:buClr>
          <a:schemeClr val="accent6"/>
        </a:buClr>
        <a:buFont typeface="Arial" pitchFamily="34" charset="0"/>
        <a:buChar char="·"/>
        <a:defRPr sz="1400" b="0" kern="1200">
          <a:solidFill>
            <a:schemeClr val="accent6"/>
          </a:solidFill>
          <a:latin typeface="+mn-lt"/>
          <a:ea typeface="+mn-ea"/>
          <a:cs typeface="+mn-cs"/>
        </a:defRPr>
      </a:lvl4pPr>
      <a:lvl5pPr marL="1943100" indent="-285750" algn="l" defTabSz="914400" rtl="0" eaLnBrk="1" latinLnBrk="0" hangingPunct="1">
        <a:spcBef>
          <a:spcPts val="500"/>
        </a:spcBef>
        <a:buClr>
          <a:schemeClr val="accent6"/>
        </a:buClr>
        <a:buFont typeface="Arial" pitchFamily="34" charset="0"/>
        <a:buChar char="·"/>
        <a:defRPr sz="1400" b="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343150" indent="-285750" algn="l" defTabSz="914400" rtl="0" eaLnBrk="1" latinLnBrk="0" hangingPunct="1">
        <a:spcBef>
          <a:spcPts val="500"/>
        </a:spcBef>
        <a:buClr>
          <a:schemeClr val="accent6"/>
        </a:buClr>
        <a:buFont typeface="Arial" pitchFamily="34" charset="0"/>
        <a:buChar char="·"/>
        <a:defRPr sz="1400" b="0" kern="1200">
          <a:solidFill>
            <a:schemeClr val="accent6"/>
          </a:solidFill>
          <a:latin typeface="+mn-lt"/>
          <a:ea typeface="+mn-ea"/>
          <a:cs typeface="+mn-cs"/>
        </a:defRPr>
      </a:lvl6pPr>
      <a:lvl7pPr marL="2743200" indent="-285750" algn="l" defTabSz="914400" rtl="0" eaLnBrk="1" latinLnBrk="0" hangingPunct="1">
        <a:spcBef>
          <a:spcPts val="500"/>
        </a:spcBef>
        <a:buClr>
          <a:schemeClr val="accent6"/>
        </a:buClr>
        <a:buFont typeface="Arial" pitchFamily="34" charset="0"/>
        <a:buChar char="·"/>
        <a:defRPr sz="1400" b="0" kern="1200">
          <a:solidFill>
            <a:schemeClr val="accent6"/>
          </a:solidFill>
          <a:latin typeface="+mn-lt"/>
          <a:ea typeface="+mn-ea"/>
          <a:cs typeface="+mn-cs"/>
        </a:defRPr>
      </a:lvl7pPr>
      <a:lvl8pPr marL="3143250" indent="-285750" algn="l" defTabSz="914400" rtl="0" eaLnBrk="1" latinLnBrk="0" hangingPunct="1">
        <a:spcBef>
          <a:spcPts val="500"/>
        </a:spcBef>
        <a:buClr>
          <a:schemeClr val="accent6"/>
        </a:buClr>
        <a:buFont typeface="Arial" pitchFamily="34" charset="0"/>
        <a:buChar char="·"/>
        <a:defRPr sz="1400" b="0" kern="1200">
          <a:solidFill>
            <a:schemeClr val="accent6"/>
          </a:solidFill>
          <a:latin typeface="+mn-lt"/>
          <a:ea typeface="+mn-ea"/>
          <a:cs typeface="+mn-cs"/>
        </a:defRPr>
      </a:lvl8pPr>
      <a:lvl9pPr marL="3543300" indent="-285750" algn="l" defTabSz="914400" rtl="0" eaLnBrk="1" latinLnBrk="0" hangingPunct="1">
        <a:spcBef>
          <a:spcPts val="500"/>
        </a:spcBef>
        <a:buClr>
          <a:schemeClr val="accent6"/>
        </a:buClr>
        <a:buFont typeface="Arial" pitchFamily="34" charset="0"/>
        <a:buChar char="·"/>
        <a:defRPr sz="1400" b="0" kern="1200">
          <a:solidFill>
            <a:schemeClr val="accent6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buNone/>
        <a:defRPr sz="1400" b="0" kern="1200">
          <a:solidFill>
            <a:schemeClr val="tx2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dirty="0">
                <a:latin typeface="+mj-lt"/>
                <a:ea typeface="+mj-ea"/>
                <a:cs typeface="+mj-cs"/>
              </a:rPr>
              <a:t>資料タイトルをここに入力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700" lang="ja-JP" dirty="0">
                <a:latin typeface="+mn-lt"/>
                <a:ea typeface="+mn-ea"/>
                <a:cs typeface="+mn-cs"/>
              </a:rPr>
              <a:t>サブタイトル／開催日・場所など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rPr sz="1600" lang="ja-JP" dirty="0">
                <a:latin typeface="+mn-lt"/>
                <a:ea typeface="+mn-ea"/>
                <a:cs typeface="+mn-cs"/>
              </a:rPr>
              <a:t>このファイルは『ことなら』ブランドのテンプレートです</a:t>
            </a:r>
          </a:p>
          <a:p>
            <a:pPr/>
            <a:r>
              <a:rPr sz="1600" lang="ja-JP" dirty="0">
                <a:latin typeface="+mn-lt"/>
                <a:ea typeface="+mn-ea"/>
                <a:cs typeface="+mn-cs"/>
              </a:rPr>
              <a:t>［ホーム］＞［新しいスライド］から5種類のレイアウトを選べます</a:t>
            </a:r>
          </a:p>
          <a:p>
            <a:pPr/>
            <a:r>
              <a:rPr sz="1600" lang="ja-JP" dirty="0">
                <a:latin typeface="+mn-lt"/>
                <a:ea typeface="+mn-ea"/>
                <a:cs typeface="+mn-cs"/>
              </a:rPr>
              <a:t>配色・フォントは［デザイン］＞［バリエーション］で差し替えできます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>
                <a:latin typeface="+mj-lt"/>
                <a:ea typeface="+mj-ea"/>
                <a:cs typeface="+mj-cs"/>
              </a:rPr>
              <a:t>タイトルとコンテンツ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2000" lang="ja-JP" dirty="0">
                <a:latin typeface="+mn-lt"/>
                <a:ea typeface="+mn-ea"/>
                <a:cs typeface="+mn-cs"/>
              </a:rPr>
              <a:t>本文は箇条書きで書きます</a:t>
            </a:r>
          </a:p>
          <a:p>
            <a:pPr/>
            <a:r>
              <a:rPr sz="2000" lang="ja-JP" dirty="0">
                <a:latin typeface="+mn-lt"/>
                <a:ea typeface="+mn-ea"/>
                <a:cs typeface="+mn-cs"/>
              </a:rPr>
              <a:t>1枚に6項目まで、1項目40字前後までが目安です</a:t>
            </a:r>
          </a:p>
          <a:p>
            <a:pPr lvl="1"/>
            <a:r>
              <a:rPr sz="2000" lang="ja-JP" dirty="0">
                <a:latin typeface="+mn-lt"/>
                <a:ea typeface="+mn-ea"/>
                <a:cs typeface="+mn-cs"/>
              </a:rPr>
              <a:t>2段目の箇条書き</a:t>
            </a:r>
          </a:p>
          <a:p>
            <a:pPr/>
            <a:r>
              <a:rPr sz="2000" lang="ja-JP" dirty="0">
                <a:latin typeface="+mn-lt"/>
                <a:ea typeface="+mn-ea"/>
                <a:cs typeface="+mn-cs"/>
              </a:rPr>
              <a:t>配色・フォントはテーマ、ロゴはレイアウトに入っています</a:t>
            </a:r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/>
            </a:r>
            <a:endParaRPr lang="ja-JP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DE9A24DF-DA9C-4F13-B2E9-9B47BB328A49}" type="slidenum">
              <a:rPr lang="ja-JP" smtClean="0"/>
              <a:t>2</a:t>
            </a:fld>
            <a:endParaRPr lang="ja-JP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>
                <a:latin typeface="+mj-lt"/>
                <a:ea typeface="+mj-ea"/>
                <a:cs typeface="+mj-cs"/>
              </a:rPr>
              <a:t>表スライド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61695" y="1828800"/>
          <a:ext cx="10668610" cy="1572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7925410"/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 b="1" lang="ja-JP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項目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500" b="1" lang="ja-JP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内容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 lang="ja-JP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1列目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lang="ja-JP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太字・緑で表示されます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 lang="ja-JP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2列目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6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lang="ja-JP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本文の色で表示されます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alpha val="6000"/>
                      </a:schemeClr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b="1" lang="ja-JP" dirty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rPr>
                        <a:t>行数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400" lang="ja-JP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ヘッダーを含めて5行前後が目安です</a:t>
                      </a:r>
                    </a:p>
                  </a:txBody>
                  <a:tcPr marL="146304" marR="146304" marT="36576" marB="36576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6">
                          <a:alpha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/>
            </a:r>
            <a:endParaRPr lang="ja-JP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A6600FCE-F2AA-4203-896F-1E16607A58F5}" type="slidenum">
              <a:rPr lang="ja-JP" smtClean="0"/>
              <a:t>2</a:t>
            </a:fld>
            <a:endParaRPr lang="ja-JP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>
                <a:latin typeface="+mj-lt"/>
                <a:ea typeface="+mj-ea"/>
                <a:cs typeface="+mj-cs"/>
              </a:rPr>
              <a:t>セクション見出し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 lang="ja-JP" dirty="0">
                <a:latin typeface="+mn-lt"/>
                <a:ea typeface="+mn-ea"/>
                <a:cs typeface="+mn-cs"/>
              </a:rPr>
              <a:t>章の区切りに使います</a:t>
            </a:r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/>
            </a:r>
            <a:endParaRPr lang="ja-JP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73F2A692-5056-4689-83E1-A98962D277C1}" type="slidenum">
              <a:rPr lang="ja-JP" smtClean="0"/>
              <a:t>2</a:t>
            </a:fld>
            <a:endParaRPr lang="ja-JP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dirty="0">
                <a:latin typeface="+mj-lt"/>
                <a:ea typeface="+mj-ea"/>
                <a:cs typeface="+mj-cs"/>
              </a:rPr>
              <a:t>ご清聴ありがとうございました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 lang="ja-JP" dirty="0">
                <a:latin typeface="+mn-lt"/>
                <a:ea typeface="+mn-ea"/>
                <a:cs typeface="+mn-cs"/>
              </a:rPr>
              <a:t>お問い合わせ先などを書きます</a:t>
            </a:r>
          </a:p>
        </p:txBody>
      </p:sp>
      <p:sp>
        <p:nvSpPr>
          <p:cNvPr id="4" name="Footer Placeholder"/>
          <p:cNvSpPr>
            <a:spLocks noGrp="1"/>
          </p:cNvSpPr>
          <p:nvPr>
            <p:ph type="ftr" sz="quarter" idx="11"/>
          </p:nvPr>
        </p:nvSpPr>
        <p:spPr>
          <a:xfrm>
            <a:off x="761695" y="6172200"/>
            <a:ext cx="64008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l">
              <a:lnSpc>
                <a:spcPct val="112000"/>
              </a:lnSpc>
              <a:spcBef>
                <a:spcPts val="0"/>
              </a:spcBef>
              <a:buNone/>
              <a:defRPr sz="1000" b="0" kern="1200" spc="6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0050" indent="-285750" algn="l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ja-JP" dirty="0"/>
              <a:t/>
            </a:r>
            <a:endParaRPr lang="ja-JP" dirty="0"/>
          </a:p>
        </p:txBody>
      </p:sp>
      <p:sp>
        <p:nvSpPr>
          <p:cNvPr id="5" name="Slide Number Placeholder"/>
          <p:cNvSpPr>
            <a:spLocks noGrp="1"/>
          </p:cNvSpPr>
          <p:nvPr>
            <p:ph type="sldNum" sz="quarter" idx="12"/>
          </p:nvPr>
        </p:nvSpPr>
        <p:spPr>
          <a:xfrm>
            <a:off x="10515905" y="6172200"/>
            <a:ext cx="914400" cy="274320"/>
          </a:xfrm>
          <a:prstGeom prst="rect">
            <a:avLst/>
          </a:prstGeom>
        </p:spPr>
        <p:txBody>
          <a:bodyPr vert="horz" lIns="0" tIns="0" rIns="0" bIns="0" anchor="ctr"/>
          <a:lstStyle>
            <a:lvl1pPr marL="0" indent="0" algn="r">
              <a:lnSpc>
                <a:spcPct val="112000"/>
              </a:lnSpc>
              <a:spcBef>
                <a:spcPts val="0"/>
              </a:spcBef>
              <a:buNone/>
              <a:defRPr sz="1000" b="0" kern="120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0050" indent="-285750" algn="r">
              <a:lnSpc>
                <a:spcPct val="112000"/>
              </a:lnSpc>
              <a:spcBef>
                <a:spcPts val="600"/>
              </a:spcBef>
              <a:buClr>
                <a:schemeClr val="accent6"/>
              </a:buClr>
              <a:buSzPct val="90000"/>
              <a:buFont typeface="Arial" panose="020B0604020202020204" pitchFamily="34" charset="0"/>
              <a:buChar char="–"/>
              <a:defRPr sz="1000" b="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</a:lstStyle>
          <a:p>
            <a:pPr algn="r"/>
            <a:fld id="{6358105C-DA2C-45B1-A81D-568F14B95AA7}" type="slidenum">
              <a:rPr lang="ja-JP" smtClean="0"/>
              <a:t>19</a:t>
            </a:fld>
            <a:endParaRPr lang="ja-JP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otonara">
  <a:themeElements>
    <a:clrScheme name="Kotonara">
      <a:dk1>
        <a:srgbClr val="222222"/>
      </a:dk1>
      <a:lt1>
        <a:srgbClr val="FFFFFF"/>
      </a:lt1>
      <a:dk2>
        <a:srgbClr val="333333"/>
      </a:dk2>
      <a:lt2>
        <a:srgbClr val="EADECC"/>
      </a:lt2>
      <a:accent1>
        <a:srgbClr val="4D9622"/>
      </a:accent1>
      <a:accent2>
        <a:srgbClr val="4169E1"/>
      </a:accent2>
      <a:accent3>
        <a:srgbClr val="337AB7"/>
      </a:accent3>
      <a:accent4>
        <a:srgbClr val="CCCC33"/>
      </a:accent4>
      <a:accent5>
        <a:srgbClr val="EADECC"/>
      </a:accent5>
      <a:accent6>
        <a:srgbClr val="666666"/>
      </a:accent6>
      <a:hlink>
        <a:srgbClr val="4169E1"/>
      </a:hlink>
      <a:folHlink>
        <a:srgbClr val="337AB7"/>
      </a:folHlink>
    </a:clrScheme>
    <a:fontScheme name="Kotonara">
      <a:majorFont>
        <a:latin typeface="Bahnschrift" panose="020B0502040204020203"/>
        <a:ea typeface="游ゴシック"/>
        <a:cs typeface=""/>
        <a:font script="Jpan" typeface="游ゴシック"/>
      </a:majorFont>
      <a:minorFont>
        <a:latin typeface="Segoe UI" panose="020B0502040204020203"/>
        <a:ea typeface="游ゴシック"/>
        <a:cs typeface=""/>
        <a:font script="Jpan" typeface="游ゴシック"/>
      </a:minorFont>
    </a:fontScheme>
    <a:fmtScheme name="Kotonara">
      <a:fillStyleLst>
        <a:solidFill>
          <a:schemeClr val="phClr"/>
        </a:solidFill>
        <a:solidFill>
          <a:schemeClr val="phClr">
            <a:tint val="88000"/>
          </a:schemeClr>
        </a:solidFill>
        <a:solidFill>
          <a:schemeClr val="phClr">
            <a:shade val="92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5875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19050" dir="5400000" algn="ctr" rotWithShape="0">
              <a:srgbClr val="000000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6000"/>
          </a:schemeClr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otonara">
  <a:themeElements>
    <a:clrScheme name="Kotonara">
      <a:dk1>
        <a:srgbClr val="222222"/>
      </a:dk1>
      <a:lt1>
        <a:srgbClr val="FFFFFF"/>
      </a:lt1>
      <a:dk2>
        <a:srgbClr val="333333"/>
      </a:dk2>
      <a:lt2>
        <a:srgbClr val="EADECC"/>
      </a:lt2>
      <a:accent1>
        <a:srgbClr val="4D9622"/>
      </a:accent1>
      <a:accent2>
        <a:srgbClr val="4169E1"/>
      </a:accent2>
      <a:accent3>
        <a:srgbClr val="337AB7"/>
      </a:accent3>
      <a:accent4>
        <a:srgbClr val="CCCC33"/>
      </a:accent4>
      <a:accent5>
        <a:srgbClr val="EADECC"/>
      </a:accent5>
      <a:accent6>
        <a:srgbClr val="666666"/>
      </a:accent6>
      <a:hlink>
        <a:srgbClr val="4169E1"/>
      </a:hlink>
      <a:folHlink>
        <a:srgbClr val="337AB7"/>
      </a:folHlink>
    </a:clrScheme>
    <a:fontScheme name="Kotonara">
      <a:majorFont>
        <a:latin typeface="Bahnschrift" panose="020B0502040204020203"/>
        <a:ea typeface="游ゴシック"/>
        <a:cs typeface=""/>
        <a:font script="Jpan" typeface="游ゴシック"/>
      </a:majorFont>
      <a:minorFont>
        <a:latin typeface="Segoe UI" panose="020B0502040204020203"/>
        <a:ea typeface="游ゴシック"/>
        <a:cs typeface=""/>
        <a:font script="Jpan" typeface="游ゴシック"/>
      </a:minorFont>
    </a:fontScheme>
    <a:fmtScheme name="Kotonara">
      <a:fillStyleLst>
        <a:solidFill>
          <a:schemeClr val="phClr"/>
        </a:solidFill>
        <a:solidFill>
          <a:schemeClr val="phClr">
            <a:tint val="88000"/>
          </a:schemeClr>
        </a:solidFill>
        <a:solidFill>
          <a:schemeClr val="phClr">
            <a:shade val="92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5875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19050" dir="5400000" algn="ctr" rotWithShape="0">
              <a:srgbClr val="000000">
                <a:alpha val="1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6000"/>
          </a:schemeClr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ことならテック ブランドテンプレート</dc:title>
  <dc:creator>ことならテックプロジェクト</dc:creator>
  <cp:lastModifiedBy>ことならテックプロジェクト</cp:lastModifiedBy>
  <cp:revision>1</cp:revision>
</cp:coreProperties>
</file>